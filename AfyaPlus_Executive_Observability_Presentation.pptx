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234440"/>
            <a:ext cx="2057400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D4A63A"/>
                </a:solidFill>
                <a:latin typeface="Calibri"/>
              </a:rPr>
              <a:t>EXECUTIVE OBSERVABILITY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AfyaPlus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D4A63A"/>
                </a:solidFill>
                <a:latin typeface="Calibri"/>
              </a:rPr>
              <a:t>Evidence-Backed. Quality-Gated. Cost-Aware.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D6E3"/>
                </a:solidFill>
                <a:latin typeface="Calibri"/>
              </a:rPr>
              <a:t>Capstone: AfyaPlus Executive Observability Dashboard (SPEC-7)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Philip Mutua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alibri"/>
              </a:rPr>
              <a:t>pmutua/AfyaPlus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This Capstone Adds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Purpose: </a:t>
            </a:r>
            <a:r>
              <a:rPr sz="1450" b="0">
                <a:solidFill>
                  <a:srgbClr val="4A5560"/>
                </a:solidFill>
                <a:latin typeface="Calibri"/>
              </a:rPr>
              <a:t>evaluate and monitor the RAG Agent System above - not a separate app.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Reuses the real system: </a:t>
            </a:r>
            <a:r>
              <a:rPr sz="1450" b="0">
                <a:solidFill>
                  <a:srgbClr val="4A5560"/>
                </a:solidFill>
                <a:latin typeface="Calibri"/>
              </a:rPr>
              <a:t>the same app/agent/prompts.py::SYSTEM_PROMPT and app/safeguards/masking.py::mask() wherever text reaches a model.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Live health probe: </a:t>
            </a:r>
            <a:r>
              <a:rPr sz="1450" b="0">
                <a:solidFill>
                  <a:srgbClr val="4A5560"/>
                </a:solidFill>
                <a:latin typeface="Calibri"/>
              </a:rPr>
              <a:t>the dashboard's System Health panel calls the real app/ service's /health endpoint, not a mock.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Five phases: </a:t>
            </a:r>
            <a:r>
              <a:rPr sz="1450" b="0">
                <a:solidFill>
                  <a:srgbClr val="4A5560"/>
                </a:solidFill>
                <a:latin typeface="Calibri"/>
              </a:rPr>
              <a:t>SPEC-7.1 evaluation, SPEC-7.2 drift, SPEC-7.3 cost, SPEC-7.4 dashboard, SPEC-7.5 executive brief.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Hardened, not lesson code: </a:t>
            </a:r>
            <a:r>
              <a:rPr sz="1450" b="0">
                <a:solidFill>
                  <a:srgbClr val="4A5560"/>
                </a:solidFill>
                <a:latin typeface="Calibri"/>
              </a:rPr>
              <a:t>fail-fast Settings/ConfigurationError loaders and per-item try/except resilience, mirroring app/config.py - not the teaching repo's scattered os.getenv()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System at a Glance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evaluation/: gpt-4o-mini vs gpt-4o via OpenRouter,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15-question clinical dataset, 7 quality gates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drift/: SciPy K-S monitoring across 3 simulated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monthly windows, Evidently HTML reports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cost/: exact-Decimal 30-day cost projection,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quality-gated model-routing savings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dashboard/: token-gated FastAPI + Grafana,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real Chat API request-rate/latency/error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0"/>
                </a:solidFill>
                <a:latin typeface="Calibri"/>
              </a:rPr>
              <a:t>Additive to the RAG Agent System - triage/ and triage_cli.py are explicitly out of scope for SPEC-7.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FIGURE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Evidence and Observation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4A5560"/>
                </a:solidFill>
                <a:latin typeface="Calibri"/>
              </a:rPr>
              <a:t>Evaluation → Drift → Cost artifacts → dashboard data_sources.py → FastAPI + Grafana → leadership brief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377440"/>
            <a:ext cx="1803349" cy="11887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evaluation/</a:t>
            </a:r>
          </a:p>
          <a:p>
            <a:pPr algn="ctr"/>
            <a:r>
              <a:rPr sz="1050" b="0">
                <a:solidFill>
                  <a:srgbClr val="C9D6E3"/>
                </a:solidFill>
                <a:latin typeface="Calibri"/>
              </a:rPr>
              <a:t>OpenRouter + gates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1989" y="2377440"/>
            <a:ext cx="1803349" cy="11887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drift/</a:t>
            </a:r>
          </a:p>
          <a:p>
            <a:pPr algn="ctr"/>
            <a:r>
              <a:rPr sz="1050" b="0">
                <a:solidFill>
                  <a:srgbClr val="C9D6E3"/>
                </a:solidFill>
                <a:latin typeface="Calibri"/>
              </a:rPr>
              <a:t>SciPy K-S + Evidently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46778" y="2377440"/>
            <a:ext cx="1803349" cy="11887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cost/</a:t>
            </a:r>
          </a:p>
          <a:p>
            <a:pPr algn="ctr"/>
            <a:r>
              <a:rPr sz="1050" b="0">
                <a:solidFill>
                  <a:srgbClr val="C9D6E3"/>
                </a:solidFill>
                <a:latin typeface="Calibri"/>
              </a:rPr>
              <a:t>Decimal ledger +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1567" y="2377440"/>
            <a:ext cx="1803349" cy="11887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dashboard/</a:t>
            </a:r>
          </a:p>
          <a:p>
            <a:pPr algn="ctr"/>
            <a:r>
              <a:rPr sz="1050" b="0">
                <a:solidFill>
                  <a:srgbClr val="C9D6E3"/>
                </a:solidFill>
                <a:latin typeface="Calibri"/>
              </a:rPr>
              <a:t>FastAPI + /metrics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6356" y="2377440"/>
            <a:ext cx="1803349" cy="11887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Grafana</a:t>
            </a:r>
          </a:p>
          <a:p>
            <a:pPr algn="ctr"/>
            <a:r>
              <a:rPr sz="1050" b="0">
                <a:solidFill>
                  <a:srgbClr val="C9D6E3"/>
                </a:solidFill>
                <a:latin typeface="Calibri"/>
              </a:rPr>
              <a:t>8 executive panels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31145" y="2377440"/>
            <a:ext cx="1803349" cy="118872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executive_
summary.pdf</a:t>
            </a:r>
          </a:p>
          <a:p>
            <a:pPr algn="ctr"/>
            <a:r>
              <a:rPr sz="1050" b="0">
                <a:solidFill>
                  <a:srgbClr val="C9D6E3"/>
                </a:solidFill>
                <a:latin typeface="Calibri"/>
              </a:rPr>
              <a:t>cited evidence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112471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0">
                <a:solidFill>
                  <a:srgbClr val="0B2A4A"/>
                </a:solidFill>
                <a:latin typeface="Calibri"/>
              </a:rPr>
              <a:t>•  Implemented as real modules, not placeholders - every stage above is a tested package in this repo.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evaluation/drift/cost: </a:t>
            </a:r>
            <a:r>
              <a:rPr sz="1450" b="0">
                <a:solidFill>
                  <a:srgbClr val="4A5560"/>
                </a:solidFill>
                <a:latin typeface="Calibri"/>
              </a:rPr>
              <a:t>generate the CSV/HTML/JSONL evidence; dashboard/data_sources.py loads it, never re-derives it.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dashboard/main.py: </a:t>
            </a:r>
            <a:r>
              <a:rPr sz="1450" b="0">
                <a:solidFill>
                  <a:srgbClr val="4A5560"/>
                </a:solidFill>
                <a:latin typeface="Calibri"/>
              </a:rPr>
              <a:t>renders 4 mandatory sections: System Health, Feature Quality Matrix, Drift Vector Status, Budget Capital Utilisation.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scripts/render_executive_summary.py: </a:t>
            </a:r>
            <a:r>
              <a:rPr sz="1450" b="0">
                <a:solidFill>
                  <a:srgbClr val="4A5560"/>
                </a:solidFill>
                <a:latin typeface="Calibri"/>
              </a:rPr>
              <a:t>renders the cited leadership brief via an isolated ReportLab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SPEC-7.1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Clinical Evaluation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Dataset: </a:t>
            </a:r>
            <a:r>
              <a:rPr sz="1450" b="0">
                <a:solidFill>
                  <a:srgbClr val="4A5560"/>
                </a:solidFill>
                <a:latin typeface="Calibri"/>
              </a:rPr>
              <a:t>15 fixed questions, 5 per channel (USSD/Mobile App/Web Portal), 3 features mapped to real knowledge/ files.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Models compared: </a:t>
            </a:r>
            <a:r>
              <a:rPr sz="1450" b="0">
                <a:solidFill>
                  <a:srgbClr val="4A5560"/>
                </a:solidFill>
                <a:latin typeface="Calibri"/>
              </a:rPr>
              <a:t>openai/gpt-4o-mini vs. openai/gpt-4o via OpenRouter - a standalone comparison, not app/'s Ollama MODEL_PROVIDER.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Metrics: </a:t>
            </a:r>
            <a:r>
              <a:rPr sz="1450" b="0">
                <a:solidFill>
                  <a:srgbClr val="4A5560"/>
                </a:solidFill>
                <a:latin typeface="Calibri"/>
              </a:rPr>
              <a:t>BLEU-4, ROUGE-L, token F1, plus an LLM judge scoring correctness/groundedness/relevance/helpfulness.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7 clinical quality gates: </a:t>
            </a:r>
            <a:r>
              <a:rPr sz="1450" b="0">
                <a:solidFill>
                  <a:srgbClr val="4A5560"/>
                </a:solidFill>
                <a:latin typeface="Calibri"/>
              </a:rPr>
              <a:t>success rate, 4 mean-quality thresholds, medication-safety rate, and a 100% grounding-compliance gate.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Real spend, resumable: </a:t>
            </a:r>
            <a:r>
              <a:rPr sz="1450" b="0">
                <a:solidFill>
                  <a:srgbClr val="4A5560"/>
                </a:solidFill>
                <a:latin typeface="Calibri"/>
              </a:rPr>
              <a:t>a JSONL results cache means a rerun after a partial failure resumes instead of re-paying for answers already fetched.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Live Evidence (evaluation/quality_gate_log.csv)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gpt-4o-mini: 15/15 questions, 5.0000/5 overall,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7/7 gates passed, 100% grounding compliance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gpt-4o: 15/15 questions, 4.7467/5 overall,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fails the required 100% grounding gate at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93.33% - one false “Information not found.”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Result: gpt-4o-mini is the only model eligible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for quality-gated routing decisions downstream.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0"/>
                </a:solidFill>
                <a:latin typeface="Calibri"/>
              </a:rPr>
              <a:t>One live OpenRouter run this evidence is drawn from - a single evaluation pass, not a statistically powered study.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SPEC-7.2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Statistical Drift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Simulation: </a:t>
            </a:r>
            <a:r>
              <a:rPr sz="1450" b="0">
                <a:solidFill>
                  <a:srgbClr val="4A5560"/>
                </a:solidFill>
                <a:latin typeface="Calibri"/>
              </a:rPr>
              <a:t>deterministic 3-month traffic simulation seeded from SPEC-7.1's real evaluation results.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Detection: </a:t>
            </a:r>
            <a:r>
              <a:rPr sz="1450" b="0">
                <a:solidFill>
                  <a:srgbClr val="4A5560"/>
                </a:solidFill>
                <a:latin typeface="Calibri"/>
              </a:rPr>
              <a:t>SciPy Kolmogorov-Smirnov test across latency, tokens, and quality columns.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Reporting: </a:t>
            </a:r>
            <a:r>
              <a:rPr sz="1450" b="0">
                <a:solidFill>
                  <a:srgbClr val="4A5560"/>
                </a:solidFill>
                <a:latin typeface="Calibri"/>
              </a:rPr>
              <a:t>Evidently HTML snapshots per month, a trend CSV, and an alert JSONL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09160"/>
            <a:ext cx="5577840" cy="1463040"/>
          </a:xfrm>
          <a:prstGeom prst="roundRect">
            <a:avLst/>
          </a:prstGeom>
          <a:solidFill>
            <a:srgbClr val="FFF6E3"/>
          </a:solidFill>
          <a:ln w="15875">
            <a:solidFill>
              <a:srgbClr val="D4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Simulated, not live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Traffic is a deterministic simulation seeded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from real evaluation output, not live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production request logs - stated plainly.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Trend Evidence (drift/drift_trend_table.csv)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Month 1: nominal, no drift detected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Month 2: first detects operational drift -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+563.582 ms latency, +103.408 tokens/request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Month 3: adds actionable quality drift -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ROUGE-L -0.110996, overall score -0.594667,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grounding compliance -20 percentage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0"/>
                </a:solidFill>
                <a:latin typeface="Calibri"/>
              </a:rPr>
              <a:t>Any actionable quality-drift alert is a documented release hold, not an automatic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SPEC-7.3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Token Cost &amp; Efficiency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Pricing: </a:t>
            </a:r>
            <a:r>
              <a:rPr sz="1450" b="0">
                <a:solidFill>
                  <a:srgbClr val="4A5560"/>
                </a:solidFill>
                <a:latin typeface="Calibri"/>
              </a:rPr>
              <a:t>dated OpenRouter pricing with exact Decimal arithmetic - no float rounding drift.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Workload: </a:t>
            </a:r>
            <a:r>
              <a:rPr sz="1450" b="0">
                <a:solidFill>
                  <a:srgbClr val="4A5560"/>
                </a:solidFill>
                <a:latin typeface="Calibri"/>
              </a:rPr>
              <a:t>reconciled 75/25 gpt-4o-mini/gpt-4o mix across 3 AfyaPlus features, 30-day projection.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Routing decision: </a:t>
            </a:r>
            <a:r>
              <a:rPr sz="1450" b="0">
                <a:solidFill>
                  <a:srgbClr val="4A5560"/>
                </a:solidFill>
                <a:latin typeface="Calibri"/>
              </a:rPr>
              <a:t>reads SPEC-7.1's quality gates - only routes to models that pass every gate, never cheapest-first.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09160"/>
            <a:ext cx="5577840" cy="1463040"/>
          </a:xfrm>
          <a:prstGeom prst="roundRect">
            <a:avLst/>
          </a:prstGeom>
          <a:solidFill>
            <a:srgbClr val="FFF6E3"/>
          </a:solidFill>
          <a:ln w="15875">
            <a:solidFill>
              <a:srgbClr val="D4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Real, cited exchange rate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USD/KES uses CBK's published daily rate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(129.50, market close 2026-07-28), with the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exact PDF linked in the artifact - not assumed.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Projection Evidence (cost/cost_projection_30d.csv)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9,000 requests / 30 days, 6,750 / 2,250 mix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USD 3.39612000 / KES 439.80 projected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94.34% of the USD 0.12 daily cap -&gt; WARNING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Gate-safe all-mini routing: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USD 0.72216000 (78.74% savings)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gpt-4o not eligible - fails the grounding 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0"/>
                </a:solidFill>
                <a:latin typeface="Calibri"/>
              </a:rPr>
              <a:t>Safety before price: routing never proposes a model that fails a SPEC-7.1 clinical gate, regardless of savings.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SPEC-7.4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Authenticated Executive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FastAPI dashboard: </a:t>
            </a:r>
            <a:r>
              <a:rPr sz="1450" b="0">
                <a:solidFill>
                  <a:srgbClr val="4A5560"/>
                </a:solidFill>
                <a:latin typeface="Calibri"/>
              </a:rPr>
              <a:t>4 mandatory sections - System Health, Feature Quality Matrix, Drift Vector Status, Budget Capital Utilisation.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Access control: </a:t>
            </a:r>
            <a:r>
              <a:rPr sz="1450" b="0">
                <a:solidFill>
                  <a:srgbClr val="4A5560"/>
                </a:solidFill>
                <a:latin typeface="Calibri"/>
              </a:rPr>
              <a:t>DASHBOARD_ACCESS_TOKEN gates every route except /metrics, which stays open for the private Prometheus scrape network.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Real API metrics: </a:t>
            </a:r>
            <a:r>
              <a:rPr sz="1450" b="0">
                <a:solidFill>
                  <a:srgbClr val="4A5560"/>
                </a:solidFill>
                <a:latin typeface="Calibri"/>
              </a:rPr>
              <a:t>app/observability.py exports bounded-label (method/route/status_class - no user content) request, duration, and in-progress metrics.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Grafana OSS 13.1.0: </a:t>
            </a:r>
            <a:r>
              <a:rPr sz="1450" b="0">
                <a:solidFill>
                  <a:srgbClr val="4A5560"/>
                </a:solidFill>
                <a:latin typeface="Calibri"/>
              </a:rPr>
              <a:t>version-controlled datasource + 8 provisioned panels, including live Chat API request rate, p95 latency, and error rate.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Single-worker by design: </a:t>
            </a:r>
            <a:r>
              <a:rPr sz="1450" b="0">
                <a:solidFill>
                  <a:srgbClr val="4A5560"/>
                </a:solidFill>
                <a:latin typeface="Calibri"/>
              </a:rPr>
              <a:t>the in-process Prometheus registry has the same replica-fragmentation constraint app/main.py already documents - not an oversight.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FF6E3"/>
          </a:solidFill>
          <a:ln w="15875">
            <a:solidFill>
              <a:srgbClr val="D4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Verified Runtime Behavior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All four Compose images build/pull cleanly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API and dashboard both report healthy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A real non-sensitive Ollama Cloud chat call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succeeded and its counter appeared in /metrics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Both Prometheus scrape targets came up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Grafana provisioned its datasource and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all 8 panels without manual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0"/>
                </a:solidFill>
                <a:latin typeface="Calibri"/>
              </a:rPr>
              <a:t>A shared-secret gate, not per-user identity or roles - /chat and /ui remain unauthenticated, as already documented.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SPEC-7.5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Evidence-Backed 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Drafted in Markdown first: </a:t>
            </a:r>
            <a:r>
              <a:rPr sz="1450" b="0">
                <a:solidFill>
                  <a:srgbClr val="4A5560"/>
                </a:solidFill>
                <a:latin typeface="Calibri"/>
              </a:rPr>
              <a:t>then rendered to a one-page PDF via an isolated ReportLab environment - never touches requirements.txt.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Every number cited: </a:t>
            </a:r>
            <a:r>
              <a:rPr sz="1450" b="0">
                <a:solidFill>
                  <a:srgbClr val="4A5560"/>
                </a:solidFill>
                <a:latin typeface="Calibri"/>
              </a:rPr>
              <a:t>each numerical claim names its exact source CSV and column - not a general reference.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Evidence tiers labeled: </a:t>
            </a:r>
            <a:r>
              <a:rPr sz="1450" b="0">
                <a:solidFill>
                  <a:srgbClr val="4A5560"/>
                </a:solidFill>
                <a:latin typeface="Calibri"/>
              </a:rPr>
              <a:t>Measured, Simulated, and Live-only are explicitly distinguished throughout, never blended.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09160"/>
            <a:ext cx="5577840" cy="1463040"/>
          </a:xfrm>
          <a:prstGeom prst="roundRect">
            <a:avLst/>
          </a:prstGeom>
          <a:solidFill>
            <a:srgbClr val="FFF6E3"/>
          </a:solidFill>
          <a:ln w="15875">
            <a:solidFill>
              <a:srgbClr val="D4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Caught by actually running it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Two real rendering bugs - a duplicate-kwarg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crash and a multi-line bullet that broke bold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formatting - were only found by executing the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script and reading the output PDF, not code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The Leadership Decision (executive_summary.pdf)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“Approve controlled, quality-gated use of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openai/gpt-4o-mini for the evaluated AfyaPlus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workflows. Do not treat simulation results or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this static brief as proof of production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readiness or regulatory compliance.”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Projects USD 0.72216000 over 30 days,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saving 78.74% against the mixed baseline -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while preserving every clinical quality gate.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0"/>
                </a:solidFill>
                <a:latin typeface="Calibri"/>
              </a:rPr>
              <a:t>Requires human clinical and governance review before broader deployment - stated in the brief itself, not just here.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SUBMISSION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Deliverables Portfolio Checklist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685800" cy="6858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D4A63A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1907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Production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48840"/>
            <a:ext cx="9784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A5560"/>
                </a:solidFill>
                <a:latin typeface="Calibri"/>
              </a:rPr>
              <a:t>feat-observability-dashboard branch, semantic commits, PR #49 open into main (never pushed to main directly).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520440"/>
            <a:ext cx="685800" cy="6858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D4A63A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31927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Complete, Runnable Pipeline Packages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49040"/>
            <a:ext cx="9784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A5560"/>
                </a:solidFill>
                <a:latin typeface="Calibri"/>
              </a:rPr>
              <a:t>evaluation/, drift/, cost/, dashboard/, docker-compose.yml, scripts/render_executive_summary.py, all documented in README.md.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120640"/>
            <a:ext cx="685800" cy="6858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D4A63A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91947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Evidence-Backed Executive Brief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5349240"/>
            <a:ext cx="97840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4A5560"/>
                </a:solidFill>
                <a:latin typeface="Calibri"/>
              </a:rPr>
              <a:t>executive_summary.md/.pdf, citing every claim to its exact source artifact and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REPOSITORY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Git Flow, CI, and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Branch isolation: </a:t>
            </a:r>
            <a:r>
              <a:rPr sz="1450" b="0">
                <a:solidFill>
                  <a:srgbClr val="4A5560"/>
                </a:solidFill>
                <a:latin typeface="Calibri"/>
              </a:rPr>
              <a:t>one feature branch (feat-observability-dashboard), 16 commits ahead of main, zero direct pushes to main.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Semantic, issue-linked commits: </a:t>
            </a:r>
            <a:r>
              <a:rPr sz="1450" b="0">
                <a:solidFill>
                  <a:srgbClr val="4A5560"/>
                </a:solidFill>
                <a:latin typeface="Calibri"/>
              </a:rPr>
              <a:t>each SPEC-7.N task is its own commit, closing its own GitHub issue (#43-#48).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129 automated tests: </a:t>
            </a:r>
            <a:r>
              <a:rPr sz="1450" b="0">
                <a:solidFill>
                  <a:srgbClr val="4A5560"/>
                </a:solidFill>
                <a:latin typeface="Calibri"/>
              </a:rPr>
              <a:t>gate every change - run before any task is considered done, not just before release.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CI on every push: </a:t>
            </a:r>
            <a:r>
              <a:rPr sz="1450" b="0">
                <a:solidFill>
                  <a:srgbClr val="4A5560"/>
                </a:solidFill>
                <a:latin typeface="Calibri"/>
              </a:rPr>
              <a:t>GitHub Actions now compiles evaluation, drift, cost, and dashboard alongside app/tests/triage - previously silently skipped.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Pull request: </a:t>
            </a:r>
            <a:r>
              <a:rPr sz="1450" b="0">
                <a:solidFill>
                  <a:srgbClr val="4A5560"/>
                </a:solidFill>
                <a:latin typeface="Calibri"/>
              </a:rPr>
              <a:t>PR #49 open into main, describing all six SPEC-7 phases - not yet peer-reviewed or merged.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FF6E3"/>
          </a:solidFill>
          <a:ln w="15875">
            <a:solidFill>
              <a:srgbClr val="D4A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Honest Self-Assessment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PR #49 is open but not yet peer-reviewed or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merged - everything else about the git flow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is clean, but review hasn't happened yet.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requirements.txt gained numpy as an explicit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direct dependency - it was previously only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satisfied transitively, a real gap fixed this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4A5560"/>
                </a:solidFill>
                <a:latin typeface="Calibri"/>
              </a:rPr>
              <a:t>phase, not invented for this slide.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0"/>
                </a:solidFill>
                <a:latin typeface="Calibri"/>
              </a:rPr>
              <a:t>uv pip check / compileall / git diff --check run clean before every commit in this history.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>
                <a:solidFill>
                  <a:srgbClr val="4A5560"/>
                </a:solidFill>
                <a:latin typeface="Calibri"/>
              </a:rPr>
              <a:t>AfyaPlus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D4A63A"/>
                </a:solidFill>
                <a:latin typeface="Calibri"/>
              </a:rPr>
              <a:t>STATED HONESTLY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Known Limitations &amp; What's Still Open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Simulated, not live: </a:t>
            </a:r>
            <a:r>
              <a:rPr sz="1450" b="0">
                <a:solidFill>
                  <a:srgbClr val="4A5560"/>
                </a:solidFill>
                <a:latin typeface="Calibri"/>
              </a:rPr>
              <a:t>drift and 30-day cost figures are deterministic simulations seeded from real evaluation output, not live production traffic.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One evaluation run: </a:t>
            </a:r>
            <a:r>
              <a:rPr sz="1450" b="0">
                <a:solidFill>
                  <a:srgbClr val="4A5560"/>
                </a:solidFill>
                <a:latin typeface="Calibri"/>
              </a:rPr>
              <a:t>SPEC-7.1's quality-gate results come from a single live OpenRouter pass, not a statistically powered repeated study.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Retrieval quality still untracked live: </a:t>
            </a:r>
            <a:r>
              <a:rPr sz="1450" b="0">
                <a:solidFill>
                  <a:srgbClr val="4A5560"/>
                </a:solidFill>
                <a:latin typeface="Calibri"/>
              </a:rPr>
              <a:t>Grafana charts real request rate/latency/error rate, but no per-request grounding-quality signal is captured in production.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0B2A4A"/>
                </a:solidFill>
                <a:latin typeface="Calibri"/>
              </a:rPr>
              <a:t>•  Shared-secret dashboard auth: </a:t>
            </a:r>
            <a:r>
              <a:rPr sz="1450" b="0">
                <a:solidFill>
                  <a:srgbClr val="4A5560"/>
                </a:solidFill>
                <a:latin typeface="Calibri"/>
              </a:rPr>
              <a:t>DASHBOARD_ACCESS_TOKEN is one token, not per-user identity or roles; /chat and /ui remain fully unauthenticated.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5303520" cy="4480560"/>
          </a:xfrm>
          <a:prstGeom prst="roundRect">
            <a:avLst/>
          </a:prstGeom>
          <a:solidFill>
            <a:srgbClr val="F4F6F8"/>
          </a:solidFill>
          <a:ln w="15875">
            <a:solidFill>
              <a:srgbClr val="0E7C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82880" bIns="182880"/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Also Still Open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Log aggregation, retention, search, and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alerting remain absent - Grafana covers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metrics, not logs.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Single-worker constraint on both app/ and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dashboard/, documented, not hidden.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PR #49 review and merge to main are the</a:t>
            </a:r>
          </a:p>
          <a:p>
            <a:pPr algn="l">
              <a:spcBef>
                <a:spcPts val="400"/>
              </a:spcBef>
            </a:pPr>
            <a:r>
              <a:rPr sz="1250" b="0">
                <a:solidFill>
                  <a:srgbClr val="0B2A4A"/>
                </a:solidFill>
                <a:latin typeface="Calibri"/>
              </a:rPr>
              <a:t>final steps before this capstone is closed.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4A5560"/>
                </a:solidFill>
                <a:latin typeface="Calibri"/>
              </a:rPr>
              <a:t>An audit trail that only shows successes isn't an audit trail - this one names what's still open, too.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874519"/>
            <a:ext cx="2057400" cy="50800"/>
          </a:xfrm>
          <a:prstGeom prst="rect">
            <a:avLst/>
          </a:prstGeom>
          <a:solidFill>
            <a:srgbClr val="D4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718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D4A63A"/>
                </a:solidFill>
                <a:latin typeface="Calibri"/>
              </a:rPr>
              <a:t>AfyaPlus Executive Observability Dashboard (SPEC-7)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C9D6E3"/>
                </a:solidFill>
                <a:latin typeface="Calibri"/>
              </a:rPr>
              <a:t>Questions welcome - evaluation results, drift methodology, cost model, or a live dashboard walkthrough.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alibri"/>
              </a:rPr>
              <a:t>github.com/pmutua/AfyaPlus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550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C9D6E3"/>
                </a:solidFill>
                <a:latin typeface="Calibri"/>
              </a:rPr>
              <a:t>Pull request #49 - feat-observability-dashboard → main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